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VulnGuard AI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Smart Contract Security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vulnerabilities. Understand why. Fix faster.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Hammad | Founder &amp; CEO | June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2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$14B+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97280" y="1143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2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to smart contract exploits (2023-2024)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103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$10K-100K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148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2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audit (weeks of delay)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411480" cy="4114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108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1546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2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developers lack security expertise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2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474720"/>
          </a:xfrm>
          <a:prstGeom prst="rect">
            <a:avLst/>
          </a:prstGeom>
          <a:solidFill>
            <a:srgbClr val="F2F2F2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VulnGuard AI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Instant vulnerability detection powered by Claude AI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Human-readable explanations (not just flags)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Remediation guidance &amp; best practices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Multi-contract batch analysis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3832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F2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Real-time notifications for updates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2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2560320" cy="2926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88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2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$500M+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Web3 security tools market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560320" cy="2926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188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29000" y="1645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2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$50-100M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29000" y="237744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developers + security firms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005840"/>
            <a:ext cx="2560320" cy="2926080"/>
          </a:xfrm>
          <a:prstGeom prst="rect">
            <a:avLst/>
          </a:prstGeom>
          <a:solidFill>
            <a:srgbClr val="F2F2F2"/>
          </a:solidFill>
          <a:ln w="1905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1188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172200" y="16459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2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$5-10M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72200" y="237744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2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1-3 realistic target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2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Traction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920240" cy="2743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5544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Users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97480" y="1097280"/>
            <a:ext cx="1920240" cy="2743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2788920" y="15544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788920" y="237744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Customers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1920240" cy="2743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5544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846320" y="237744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Stars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12280" y="1097280"/>
            <a:ext cx="1920240" cy="2743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903720" y="15544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$200-300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903720" y="2377440"/>
            <a:ext cx="1737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Recurring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2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VulnGuard AI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05840" y="10972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35331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Claude from day one, not bolted-on later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19659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UX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22199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analysis + explanations beats weeks of audits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05840" y="28346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309067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model scales to 1000s of developers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703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05840" y="3703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Ready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95935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white-label, real-time integrations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2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Seeking: $250K-500K Seed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1280160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931920" y="10972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(hire first developer)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960120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373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931920" y="1737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 (enterprise outreach)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640080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774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931920" y="23774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(multi-chain expansion)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320040" cy="3200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017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31920" y="30175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2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(legal, compliance, Qatar setup)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C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Secure Web3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VulnGuard AI | thevulnguardai.tech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Hammad | CEO | iamhammaddev03@gmail.com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2026-06-27T13:15:00Z</dcterms:created>
  <dcterms:modified xsi:type="dcterms:W3CDTF">2026-06-27T13:15:00Z</dcterms:modified>
</cp:coreProperties>
</file>